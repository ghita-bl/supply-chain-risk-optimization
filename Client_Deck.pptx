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Why Are Half Our Orders Late —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and How to Fix It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840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6E0"/>
                </a:solidFill>
              </a:rPr>
              <a:t>A data-driven diagnosis of late-delivery drivers and a validated shipping-mode recommendation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CB0"/>
                </a:solidFill>
              </a:rPr>
              <a:t>Supply Chain Analytics Case Study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C"/>
                </a:solidFill>
              </a:rPr>
              <a:t>Late deliveries affect more than half of all orders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5CA6"/>
                </a:solidFill>
              </a:rPr>
              <a:t>54.8%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of orders arrive after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their promised delivery date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0" y="137160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2B4C"/>
                </a:solidFill>
              </a:rPr>
              <a:t>65,752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orders analyzed across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23 regions and 4 shipping modes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137160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0" y="16002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2B4C"/>
                </a:solidFill>
              </a:rPr>
              <a:t>4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514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shipping modes with wildly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different reliability profiles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C"/>
                </a:solidFill>
              </a:rPr>
              <a:t>The business question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43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</a:rPr>
              <a:t>Is late delivery driven by region, order size, or something else entirely — and is there a low-cost lever to fix it?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Supply Chain Delivery Risk — Confidential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C"/>
                </a:solidFill>
              </a:rPr>
              <a:t>It's not region or order size — it's a broken SLA promise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Statistical testing ruled out the obvious suspects, then found the real driver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72"/>
                </a:solidFill>
              </a:rPr>
              <a:t>Ruled out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2B4C"/>
                </a:solidFill>
              </a:rPr>
              <a:t>Order value: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472"/>
                </a:solidFill>
              </a:rPr>
              <a:t>no significant effect (p = 0.37)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2B4C"/>
                </a:solidFill>
              </a:rPr>
              <a:t>Region: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472"/>
                </a:solidFill>
              </a:rPr>
              <a:t>borderline, secondary at best (p = 0.085)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7269480" cy="228600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7373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</a:rPr>
              <a:t>The real driver: promised vs. actual delivery window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148840"/>
          <a:ext cx="6766560" cy="155448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1554480"/>
                <a:gridCol w="1645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Shipping Mode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Promised (days)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Actual (days)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Late Rate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First Class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1.0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2.0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95.3%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Second Class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2.0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4.0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76.7%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Same Day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0.0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0.48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46.1%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Standard Class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4.0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4.0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4C"/>
                          </a:solidFill>
                        </a:rPr>
                        <a:t>38.1%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4069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</a:rPr>
              <a:t>Every mode with a tight promised window relative to actual fulfillment time shows a high late rate — the pattern is mechanical, not random.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Supply Chain Delivery Risk — Confidential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C"/>
                </a:solidFill>
              </a:rPr>
              <a:t>A risk model flags high-risk orders in real time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Complements the diagnosis: predicts risk at order time, not just explains it after the fact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EAF0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5CA6"/>
                </a:solidFill>
              </a:rPr>
              <a:t>0.73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</a:rPr>
              <a:t>ROC-AUC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</a:rPr>
              <a:t>(XGBoost classifier)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66160" y="155448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B4C"/>
                </a:solidFill>
              </a:rPr>
              <a:t>85%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</a:rPr>
              <a:t>precision 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</a:rPr>
              <a:t>flagged late orders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0" y="1554480"/>
            <a:ext cx="5029200" cy="192024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122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C"/>
                </a:solidFill>
              </a:rPr>
              <a:t>Built two feature sets to isolate cause vs. redundancy: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0574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5A6472"/>
                </a:solidFill>
              </a:rPr>
              <a:t>Realistic set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</a:rPr>
              <a:t>(mode, region, order value) and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5A6472"/>
                </a:solidFill>
              </a:rPr>
              <a:t>SLA-aware set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</a:rPr>
              <a:t>(+ scheduled window) performed identically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94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Confirms numerically what the diagnosis found: shipping mode alone already captures the SLA-mismatch effect — no hidden variable is being missed.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</a:rPr>
              <a:t>Deployed as a live scoring tool in the accompanying dashboard — sales and operations teams can check any order's risk before it ships.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Supply Chain Delivery Risk — Confidential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C"/>
                </a:solidFill>
              </a:rPr>
              <a:t>Recommendation: consolidate on Standard Class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Validated with empirical-Bayes shrinkage to rule out small-sample false positives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E5CA6"/>
                </a:solidFill>
              </a:rPr>
              <a:t>71%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B4C"/>
                </a:solidFill>
              </a:rPr>
              <a:t>reduction in expected late orders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2B4C"/>
                </a:solidFill>
              </a:rPr>
              <a:t>(36,048 → 25,644), with no cost increase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554480"/>
            <a:ext cx="5669280" cy="27432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1737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</a:rPr>
              <a:t>Why this holds up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210312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</a:rPr>
              <a:t>Standard Class is both the cheapest and the most reliable mode — no cost/reliability trade-off exists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</a:rPr>
              <a:t>Raw data initially suggested 5 regions should default to Same Day instead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</a:rPr>
              <a:t>Those "exceptions" were built on as few as 12–16 historical orders — statistically unreliable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</a:rPr>
              <a:t>After shrinkage correction, all 23 regions converge on Standard Class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26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</a:rPr>
              <a:t>Optimization performed with a Mixed-Integer Program (PuLP), assigning one default shipping mode per region under a shipping-cost budget.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Supply Chain Delivery Risk — Confidential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Caveats and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2436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9A8"/>
                </a:solidFill>
              </a:rPr>
              <a:t>What we're confident in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E4F0"/>
                </a:solidFill>
              </a:rPr>
              <a:t>SLA/actual-days mismatch is the dominant, statistically significant driver of late delivery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E4F0"/>
                </a:solidFill>
              </a:rPr>
              <a:t>Standard Class dominates on cost and reliability across every well-sampled region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E4F0"/>
                </a:solidFill>
              </a:rPr>
              <a:t>The predictive model and dashboard are ready for operational use today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2436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24A"/>
                </a:solidFill>
              </a:rPr>
              <a:t>Before scaling further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488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E4F0"/>
                </a:solidFill>
              </a:rPr>
              <a:t>Validate the 5 thin-data regions with additional order volume before generalizing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E4F0"/>
                </a:solidFill>
              </a:rPr>
              <a:t>Replace the assumed shipping-cost index with actual carrier cost data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E4F0"/>
                </a:solidFill>
              </a:rPr>
              <a:t>Re-run the optimizer periodically as volume shifts across regions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Supply Chain Delivery Risk — Confidential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2026-08-27T21:02:21Z</dcterms:created>
  <dcterms:modified xsi:type="dcterms:W3CDTF">2026-08-27T21:02:21Z</dcterms:modified>
</cp:coreProperties>
</file>